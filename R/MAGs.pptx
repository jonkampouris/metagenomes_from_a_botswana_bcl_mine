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17-EA93-488F-8CE6-E8F7432C6E37}" type="datetimeFigureOut">
              <a:rPr lang="de-DE" smtClean="0"/>
              <a:t>07.08.2024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6AE8-E654-4D28-881F-84FDCAA24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94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17-EA93-488F-8CE6-E8F7432C6E37}" type="datetimeFigureOut">
              <a:rPr lang="de-DE" smtClean="0"/>
              <a:t>07.08.2024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6AE8-E654-4D28-881F-84FDCAA24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668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17-EA93-488F-8CE6-E8F7432C6E37}" type="datetimeFigureOut">
              <a:rPr lang="de-DE" smtClean="0"/>
              <a:t>07.08.2024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6AE8-E654-4D28-881F-84FDCAA24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9967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17-EA93-488F-8CE6-E8F7432C6E37}" type="datetimeFigureOut">
              <a:rPr lang="de-DE" smtClean="0"/>
              <a:t>07.08.2024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6AE8-E654-4D28-881F-84FDCAA24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129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17-EA93-488F-8CE6-E8F7432C6E37}" type="datetimeFigureOut">
              <a:rPr lang="de-DE" smtClean="0"/>
              <a:t>07.08.2024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6AE8-E654-4D28-881F-84FDCAA24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5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17-EA93-488F-8CE6-E8F7432C6E37}" type="datetimeFigureOut">
              <a:rPr lang="de-DE" smtClean="0"/>
              <a:t>07.08.2024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6AE8-E654-4D28-881F-84FDCAA24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0095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17-EA93-488F-8CE6-E8F7432C6E37}" type="datetimeFigureOut">
              <a:rPr lang="de-DE" smtClean="0"/>
              <a:t>07.08.2024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6AE8-E654-4D28-881F-84FDCAA24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321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17-EA93-488F-8CE6-E8F7432C6E37}" type="datetimeFigureOut">
              <a:rPr lang="de-DE" smtClean="0"/>
              <a:t>07.08.2024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6AE8-E654-4D28-881F-84FDCAA24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206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17-EA93-488F-8CE6-E8F7432C6E37}" type="datetimeFigureOut">
              <a:rPr lang="de-DE" smtClean="0"/>
              <a:t>07.08.2024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6AE8-E654-4D28-881F-84FDCAA24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708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17-EA93-488F-8CE6-E8F7432C6E37}" type="datetimeFigureOut">
              <a:rPr lang="de-DE" smtClean="0"/>
              <a:t>07.08.2024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6AE8-E654-4D28-881F-84FDCAA24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042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17-EA93-488F-8CE6-E8F7432C6E37}" type="datetimeFigureOut">
              <a:rPr lang="de-DE" smtClean="0"/>
              <a:t>07.08.2024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6AE8-E654-4D28-881F-84FDCAA24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7236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A7217-EA93-488F-8CE6-E8F7432C6E37}" type="datetimeFigureOut">
              <a:rPr lang="de-DE" smtClean="0"/>
              <a:t>07.08.2024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E6AE8-E654-4D28-881F-84FDCAA2439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92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728" y="915901"/>
            <a:ext cx="5756275" cy="52755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8154785" y="4181302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Nitrosphaera</a:t>
            </a:r>
            <a:r>
              <a:rPr lang="en-US" dirty="0" smtClean="0"/>
              <a:t> Genomes</a:t>
            </a:r>
            <a:endParaRPr lang="de-DE" dirty="0"/>
          </a:p>
        </p:txBody>
      </p:sp>
      <p:sp>
        <p:nvSpPr>
          <p:cNvPr id="6" name="TextBox 5"/>
          <p:cNvSpPr txBox="1"/>
          <p:nvPr/>
        </p:nvSpPr>
        <p:spPr>
          <a:xfrm>
            <a:off x="3377738" y="617913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MAGs classified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5227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JuliusKuehn-Institut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Kampouris, Ioannis</dc:creator>
  <cp:lastModifiedBy>Kampouris, Ioannis</cp:lastModifiedBy>
  <cp:revision>1</cp:revision>
  <dcterms:created xsi:type="dcterms:W3CDTF">2024-08-07T21:53:14Z</dcterms:created>
  <dcterms:modified xsi:type="dcterms:W3CDTF">2024-08-07T21:53:34Z</dcterms:modified>
</cp:coreProperties>
</file>